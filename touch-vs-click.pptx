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and touch event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A68A-A798-3AD3-531B-48BCE2775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449AE-D5C0-BA27-134F-F52D116D0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— click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3CE20-3B8B-BD1D-D7DE-82798B241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Calibri"/>
              </a:defRPr>
            </a:pPr>
            <a:r>
              <a:t>element.addEventListener("click", fn) — one activation event type.</a:t>
            </a:r>
          </a:p>
          <a:p>
            <a:pPr>
              <a:defRPr sz="2100">
                <a:latin typeface="Calibri"/>
              </a:defRPr>
            </a:pPr>
            <a:r>
              <a:t>Often after mousedown + mouseup; tap on glass can still fire click (+ compat mouse*).</a:t>
            </a:r>
          </a:p>
          <a:p>
            <a:pPr>
              <a:defRPr sz="2100">
                <a:latin typeface="Calibri"/>
              </a:defRPr>
            </a:pPr>
            <a:r>
              <a:t>e.g. primary &lt;button&gt;, &lt;a href&gt;, modal OK / Cancel — usually click.</a:t>
            </a:r>
          </a:p>
          <a:p>
            <a:pPr>
              <a:defRPr sz="2100">
                <a:latin typeface="Calibri"/>
              </a:defRPr>
            </a:pPr>
            <a:r>
              <a:t>demo/index.html — click line shows pointerType (metadata).</a:t>
            </a:r>
          </a:p>
        </p:txBody>
      </p:sp>
    </p:spTree>
    <p:extLst>
      <p:ext uri="{BB962C8B-B14F-4D97-AF65-F5344CB8AC3E}">
        <p14:creationId xmlns:p14="http://schemas.microsoft.com/office/powerpoint/2010/main" val="58543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— touch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Calibri"/>
              </a:defRPr>
            </a:pPr>
            <a:r>
              <a:t>addEventListener("touchstart" | "touchmove" | "touchend" | "touchcancel", fn).</a:t>
            </a:r>
          </a:p>
          <a:p>
            <a:pPr>
              <a:defRPr sz="2100">
                <a:latin typeface="Calibri"/>
              </a:defRPr>
            </a:pPr>
            <a:r>
              <a:t>touchstart → many touchmove → touchend / cancel — finger path.</a:t>
            </a:r>
          </a:p>
          <a:p>
            <a:pPr>
              <a:defRPr sz="2100">
                <a:latin typeface="Calibri"/>
              </a:defRPr>
            </a:pPr>
            <a:r>
              <a:t>e.g. map pan, slider thumb, swipe / pull — read touchmove or pointermove.</a:t>
            </a:r>
          </a:p>
          <a:p>
            <a:pPr>
              <a:defRPr sz="2100">
                <a:latin typeface="Calibri"/>
              </a:defRPr>
            </a:pPr>
            <a:r>
              <a:t>No touchstart from a real mouse; demo: touch* lines only on glass.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155680" cy="1143000"/>
          </a:xfrm>
        </p:spPr>
        <p:txBody>
          <a:bodyPr/>
          <a:lstStyle/>
          <a:p>
            <a:r>
              <a:t>3 — Windows vs touchscreen (same click())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8014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latin typeface="Calibri"/>
              </a:defRPr>
            </a:pPr>
            <a:r>
              <a:t>click ≠ mousedown. Finger → click is common, not guaranteed. e.g. [1 tap] on phone: one press → touch* + pointer* + mouse* + click in the log.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909955"/>
              </p:ext>
            </p:extLst>
          </p:nvPr>
        </p:nvGraphicFramePr>
        <p:xfrm>
          <a:off x="502920" y="2326705"/>
          <a:ext cx="1088136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Touch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pointer* + mousedown…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touchstart… + pointer*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touch*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mouse*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Yes (real)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Often synth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click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Usually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Often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addEventListener("click")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addEventListener("click")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226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Click and touch event</vt:lpstr>
      <vt:lpstr>1 — click</vt:lpstr>
      <vt:lpstr>2 — touch</vt:lpstr>
      <vt:lpstr>3 — Windows vs touchscreen (same click())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Thế Luân</cp:lastModifiedBy>
  <cp:revision>5</cp:revision>
  <dcterms:created xsi:type="dcterms:W3CDTF">2013-01-27T09:14:16Z</dcterms:created>
  <dcterms:modified xsi:type="dcterms:W3CDTF">2026-04-19T14:42:39Z</dcterms:modified>
  <cp:category/>
</cp:coreProperties>
</file>